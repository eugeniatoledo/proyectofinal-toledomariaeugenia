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ilda Display" charset="1" panose="02000000000000000000"/>
      <p:regular r:id="rId13"/>
    </p:embeddedFont>
    <p:embeddedFont>
      <p:font typeface="HK Grotesk Light" charset="1" panose="00000400000000000000"/>
      <p:regular r:id="rId14"/>
    </p:embeddedFont>
    <p:embeddedFont>
      <p:font typeface="HK Grotesk Bold" charset="1" panose="00000800000000000000"/>
      <p:regular r:id="rId15"/>
    </p:embeddedFont>
    <p:embeddedFont>
      <p:font typeface="HK Grotesk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-14744" t="0" r="-14744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66804"/>
            <a:ext cx="6886575" cy="4243083"/>
            <a:chOff x="0" y="0"/>
            <a:chExt cx="9182100" cy="56574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59068"/>
              <a:ext cx="91821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Conectividad Global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A8BE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Proyecto Facebook Lite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Marzo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831366" y="6987178"/>
            <a:ext cx="555971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A8BE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QA Tester: María Eugenia Toledo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Resumen Ejecutivo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Facebook Lite busca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mejorar la conectividad global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en dispositivos de recursos limitados, pero actualmente presenta defectos críticos que impiden su disponibilidad para producción.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A8BE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Alcance y resultados del proyecto Facebook Lite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Objetivo del Testing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 objetivo del testing es asegurar la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robustez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usabilidad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 las funciones sociales en Facebook Lite, garantizando eficiencia incluso en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recursos mínimos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 dispositivos limitados.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A8BE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Evaluación de Facebook Lite en dispositivos limitados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Alcance y Entorno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A8BE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Evaluación de módulos en Facebook Lite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716179"/>
            <a:chOff x="0" y="0"/>
            <a:chExt cx="7264400" cy="495490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A8BE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Módulos Evaluados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799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3"/>
                </a:lnSpc>
              </a:pP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evaluaron varios módulos en Facebook Lite, incluyendo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búsqueda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amistad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mensajería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grupos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analizando su funcionalidad y rendimiento en entornos de recursos limitados.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239929"/>
            <a:chOff x="0" y="0"/>
            <a:chExt cx="7264400" cy="431990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A8BE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Plataformas Utilizadas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16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3"/>
                </a:lnSpc>
              </a:pP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Las pruebas se llevaron a cabo en una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tablet Samsung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utilizando herramientas como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Jira y Excel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para seguimiento de errores y gestión de tareas.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716179"/>
            <a:chOff x="0" y="0"/>
            <a:chExt cx="7264400" cy="495490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A8BED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Entorno de Prueba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799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3"/>
                </a:lnSpc>
              </a:pP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El entorno de prueba fue diseñado para simular condiciones reales de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conectividad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</a:t>
              </a:r>
              <a:r>
                <a:rPr lang="en-US" b="true" sz="2887" strike="noStrike" u="none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recursos limitados</a:t>
              </a:r>
              <a:r>
                <a:rPr lang="en-US" sz="2887" strike="noStrike" u="none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asegurando que los módulos evalúen su eficacia en situaciones prácticas.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-5468013" y="-6350191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6" y="0"/>
                </a:lnTo>
                <a:lnTo>
                  <a:pt x="10936026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067508" cy="1329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7508" cy="1329083"/>
            </a:xfrm>
            <a:custGeom>
              <a:avLst/>
              <a:gdLst/>
              <a:ahLst/>
              <a:cxnLst/>
              <a:rect r="r" b="b" t="t" l="l"/>
              <a:pathLst>
                <a:path h="1329083" w="1067508">
                  <a:moveTo>
                    <a:pt x="43062" y="0"/>
                  </a:moveTo>
                  <a:lnTo>
                    <a:pt x="1024446" y="0"/>
                  </a:lnTo>
                  <a:cubicBezTo>
                    <a:pt x="1035867" y="0"/>
                    <a:pt x="1046820" y="4537"/>
                    <a:pt x="1054895" y="12613"/>
                  </a:cubicBezTo>
                  <a:cubicBezTo>
                    <a:pt x="1062971" y="20688"/>
                    <a:pt x="1067508" y="31641"/>
                    <a:pt x="1067508" y="43062"/>
                  </a:cubicBezTo>
                  <a:lnTo>
                    <a:pt x="1067508" y="1286021"/>
                  </a:lnTo>
                  <a:cubicBezTo>
                    <a:pt x="1067508" y="1309803"/>
                    <a:pt x="1048228" y="1329083"/>
                    <a:pt x="1024446" y="1329083"/>
                  </a:cubicBezTo>
                  <a:lnTo>
                    <a:pt x="43062" y="1329083"/>
                  </a:lnTo>
                  <a:cubicBezTo>
                    <a:pt x="19280" y="1329083"/>
                    <a:pt x="0" y="1309803"/>
                    <a:pt x="0" y="1286021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112" t="0" r="-112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3886200"/>
            <a:ext cx="6886575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A8BEDC"/>
                </a:solidFill>
                <a:latin typeface="HK Grotesk"/>
                <a:ea typeface="HK Grotesk"/>
                <a:cs typeface="HK Grotesk"/>
                <a:sym typeface="HK Grotesk"/>
              </a:rPr>
              <a:t>Los resultados de las pruebas funcionales incluyen </a:t>
            </a:r>
            <a:r>
              <a:rPr lang="en-US" b="true" sz="3000">
                <a:solidFill>
                  <a:srgbClr val="A8BE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30 casos exitosos</a:t>
            </a:r>
            <a:r>
              <a:rPr lang="en-US" sz="3000">
                <a:solidFill>
                  <a:srgbClr val="A8BEDC"/>
                </a:solidFill>
                <a:latin typeface="HK Grotesk"/>
                <a:ea typeface="HK Grotesk"/>
                <a:cs typeface="HK Grotesk"/>
                <a:sym typeface="HK Grotesk"/>
              </a:rPr>
              <a:t>, 8 fallidos y 2 bloqueados, lo que refleja la efectividad y </a:t>
            </a:r>
            <a:r>
              <a:rPr lang="en-US" b="true" sz="3000">
                <a:solidFill>
                  <a:srgbClr val="A8BE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desafíos</a:t>
            </a:r>
            <a:r>
              <a:rPr lang="en-US" sz="3000">
                <a:solidFill>
                  <a:srgbClr val="A8BEDC"/>
                </a:solidFill>
                <a:latin typeface="HK Grotesk"/>
                <a:ea typeface="HK Grotesk"/>
                <a:cs typeface="HK Grotesk"/>
                <a:sym typeface="HK Grotesk"/>
              </a:rPr>
              <a:t> en Facebook Lite durante la evaluación.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949" t="0" r="-949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629149"/>
            <a:chOff x="0" y="0"/>
            <a:chExt cx="11099800" cy="61721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 presentaron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problemas significativos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en búsqueda, sincronización de mensajes y demoras en grupos, lo que indica que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 está listo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para producción.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Defectos Críticos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949" t="0" r="-949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915920"/>
            <a:chOff x="0" y="0"/>
            <a:chExt cx="11099800" cy="38878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919393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Para mejorar el rendimiento de Facebook Lite, se sugiere </a:t>
              </a:r>
              <a:r>
                <a:rPr lang="en-US" b="true" sz="3000">
                  <a:solidFill>
                    <a:srgbClr val="D7E3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optimizar la búsqueda</a:t>
              </a:r>
              <a:r>
                <a:rPr lang="en-US" sz="3000">
                  <a:solidFill>
                    <a:srgbClr val="D7E3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y mejorar la sincronización de mensajes.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2875"/>
              <a:ext cx="11099800" cy="1503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</a:pPr>
              <a:r>
                <a:rPr lang="en-US" sz="810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Recomendaciones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Conectividad Global</dc:description>
  <dc:identifier>DAHEP3q2RME</dc:identifier>
  <dcterms:modified xsi:type="dcterms:W3CDTF">2011-08-01T06:04:30Z</dcterms:modified>
  <cp:revision>1</cp:revision>
  <dc:title>Presentation - Conectividad Global</dc:title>
</cp:coreProperties>
</file>